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700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" descr="Tit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" descr="The trigg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" descr="The season at a gl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" descr="Urm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" descr="Vaianu · Sun 5 Apr, 18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6" descr="Vaianu · Mon 6 Apr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7" descr="Vaianu · Mon 6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8" descr="Vaianu · Mon 6 Apr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9" descr="Vaianu · Mon 6 Apr, 18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0" descr="Vaianu · Tue 7 Apr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1" descr="Vaianu · Tue 7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2" descr="Vaianu · Tue 7 Apr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3" descr="Vaianu · Wed 8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4" descr="Vaianu · rainfal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5" descr="Summa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Fiji AA 2025–26 season look-back</dc:title>
  <dc:subject/>
  <dc:creator>OCHA Centre for Humanitarian Data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