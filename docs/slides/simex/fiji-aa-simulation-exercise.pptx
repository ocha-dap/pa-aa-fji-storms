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700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" descr="Tit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" descr="The trigg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" descr="How to read the slid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4" descr="The three scenario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5" descr="What each activation mea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6" descr="Scenario 1: Cyclone Alph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7" descr="Alpha · Day 1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8" descr="Alpha · Day 1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9" descr="Alpha · readiness emai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0" descr="Alpha · Day 2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1" descr="Alpha · Day 2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2" descr="Alpha · action emai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3" descr="Alpha · Day 4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4" descr="Alpha · 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5" descr="Scenario 2: Cyclone Brav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6" descr="Bravo · Day 1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7" descr="Bravo · readiness emai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8" descr="Bravo · Day 1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19" descr="Bravo · Day 2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0" descr="Bravo · Day 2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1" descr="Bravo · Day 3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2" descr="Bravo · rainfall Day 5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3" descr="Bravo · 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4" descr="Scenario 3: Cyclone Charli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5" descr="Charlie · Day 1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6" descr="Charlie · Day 2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7" descr="Charlie · Day 3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8" descr="Charlie · Day 4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29" descr="Charlie · rainfall Day 4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0" descr="Charlie · rainfall Day 5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1" descr="Charlie · observational emai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2" descr="Charlie · 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33" descr="Summa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7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Fiji AA simulation exercise</dc:title>
  <dc:subject/>
  <dc:creator>OCHA Centre for Humanitarian Data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